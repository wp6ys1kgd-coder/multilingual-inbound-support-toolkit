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5461f4b7d748f9" /><Relationship Type="http://schemas.openxmlformats.org/officeDocument/2006/relationships/extended-properties" Target="/docProps/app.xml" Id="Rf293b8b478c248d3" /><Relationship Type="http://schemas.openxmlformats.org/officeDocument/2006/relationships/officeDocument" Target="/ppt/presentation.xml" Id="R48b90ccf7eaa4c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13be2cce504b81"/>
  </p:sldMasterIdLst>
  <p:notesMasterIdLst>
    <p:notesMasterId xmlns:r="http://schemas.openxmlformats.org/officeDocument/2006/relationships" r:id="R07540ffe05b24c54"/>
  </p:notesMasterIdLst>
  <p:sldIdLst>
    <p:sldId xmlns:r="http://schemas.openxmlformats.org/officeDocument/2006/relationships" id="256" r:id="R89a0c9f9b0514eb7"/>
    <p:sldId xmlns:r="http://schemas.openxmlformats.org/officeDocument/2006/relationships" id="257" r:id="Rb51d49dd81504197"/>
    <p:sldId xmlns:r="http://schemas.openxmlformats.org/officeDocument/2006/relationships" id="258" r:id="R0826b173abd648a0"/>
    <p:sldId xmlns:r="http://schemas.openxmlformats.org/officeDocument/2006/relationships" id="259" r:id="R720c6e69293e439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27d6a38b9d4b6f" /><Relationship Type="http://schemas.openxmlformats.org/officeDocument/2006/relationships/slideMaster" Target="/ppt/slideMasters/slideMaster1.xml" Id="R1713be2cce504b81" /><Relationship Type="http://schemas.openxmlformats.org/officeDocument/2006/relationships/notesMaster" Target="/ppt/notesMasters/notesMaster1.xml" Id="R07540ffe05b24c54" /><Relationship Type="http://schemas.openxmlformats.org/officeDocument/2006/relationships/presProps" Target="/ppt/presProps.xml" Id="R8ae1244736e54138" /><Relationship Type="http://schemas.openxmlformats.org/officeDocument/2006/relationships/tableStyles" Target="/ppt/tableStyles.xml" Id="R82a302ad95d540fb" /><Relationship Type="http://schemas.openxmlformats.org/officeDocument/2006/relationships/slide" Target="/ppt/slides/slide1.xml" Id="R89a0c9f9b0514eb7" /><Relationship Type="http://schemas.openxmlformats.org/officeDocument/2006/relationships/slide" Target="/ppt/slides/slide2.xml" Id="Rb51d49dd81504197" /><Relationship Type="http://schemas.openxmlformats.org/officeDocument/2006/relationships/slide" Target="/ppt/slides/slide3.xml" Id="R0826b173abd648a0" /><Relationship Type="http://schemas.openxmlformats.org/officeDocument/2006/relationships/slide" Target="/ppt/slides/slide4.xml" Id="R720c6e69293e43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807469b3934e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7eb960e47e485d" /><Relationship Type="http://schemas.openxmlformats.org/officeDocument/2006/relationships/notesMaster" Target="/ppt/notesMasters/notesMaster1.xml" Id="Re5a78b951f2346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e2917bf70043bd" /><Relationship Type="http://schemas.openxmlformats.org/officeDocument/2006/relationships/notesMaster" Target="/ppt/notesMasters/notesMaster1.xml" Id="R0c89932aa3bd4c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0e18700d48042e2" /><Relationship Type="http://schemas.openxmlformats.org/officeDocument/2006/relationships/notesMaster" Target="/ppt/notesMasters/notesMaster1.xml" Id="R0836f10999cf44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a4a701403c47ab" /><Relationship Type="http://schemas.openxmlformats.org/officeDocument/2006/relationships/notesMaster" Target="/ppt/notesMasters/notesMaster1.xml" Id="R70c5f5ca0f9b4e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86e26eb04642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a9be8126bd4e09" /><Relationship Type="http://schemas.openxmlformats.org/officeDocument/2006/relationships/slideLayout" Target="/ppt/slideLayouts/slideLayout1.xml" Id="Rec8a06a1869846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8a06a1869846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515710cc5940cb" /><Relationship Type="http://schemas.openxmlformats.org/officeDocument/2006/relationships/notesSlide" Target="/ppt/notesSlides/notesSlide1.xml" Id="R773fa7a474a245e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7bcb353ab942b5" /><Relationship Type="http://schemas.openxmlformats.org/officeDocument/2006/relationships/notesSlide" Target="/ppt/notesSlides/notesSlide2.xml" Id="R655ae6badb734c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4b2cc79830433b" /><Relationship Type="http://schemas.openxmlformats.org/officeDocument/2006/relationships/notesSlide" Target="/ppt/notesSlides/notesSlide3.xml" Id="R08b461b73976462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1b20d1c46345f1" /><Relationship Type="http://schemas.openxmlformats.org/officeDocument/2006/relationships/notesSlide" Target="/ppt/notesSlides/notesSlide4.xml" Id="Rd1853009082c4ac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1DCB5E-A1BE-475F-A627-2C50CB20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F9A930-BB8A-4334-9DF6-59BF1BCF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MULTILINGUAL GUIDE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1513FF-8363-4F96-A2D7-829623B5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23825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8AA18D-3015-4DE3-B37F-8F6EA6F3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95375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24D"/>
                </a:solidFill>
                <a:latin typeface="Meiryo"/>
                <a:ea typeface="Meiryo"/>
                <a:cs typeface="Meiryo"/>
              </a:defRPr>
            </a:pPr>
            <a:r>
              <a:rPr sz="2850" b="1">
                <a:solidFill>
                  <a:srgbClr val="17324D"/>
                </a:solidFill>
                <a:latin typeface="Meiryo"/>
                <a:ea typeface="Meiryo"/>
                <a:cs typeface="Meiryo"/>
              </a:rPr>
              <a:t>受付はこちらです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38F781-7EF0-4F22-BDBF-0F4F9759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00300"/>
            <a:ext cx="7429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5"/>
          </a:solidFill>
          <a:ln xmlns:a="http://schemas.openxmlformats.org/drawingml/2006/main" w="0">
            <a:solidFill>
              <a:srgbClr val="177E7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1E133B-2FDC-455F-8F5C-2DE88A51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10096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7E7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7E75"/>
                </a:solidFill>
                <a:latin typeface="Arial"/>
                <a:ea typeface="Arial"/>
                <a:cs typeface="Arial"/>
              </a:rPr>
              <a:t>CHECK IN HERE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5EA11-FE9B-4BCD-A082-5A706FAC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90950"/>
            <a:ext cx="1009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rPr>
              <a:t>請在此辦理報到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4A2F8D-1234-4EFC-AFD3-DCEFF16F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10125"/>
            <a:ext cx="1009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여기에서 접수해 주세요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9C8195-6377-401D-8CC9-31C78862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436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D6B78"/>
                </a:solidFill>
                <a:latin typeface="Meiryo"/>
                <a:ea typeface="Meiryo"/>
                <a:cs typeface="Meiryo"/>
              </a:defRPr>
            </a:pPr>
            <a:r>
              <a:rPr sz="900">
                <a:solidFill>
                  <a:srgbClr val="5D6B78"/>
                </a:solidFill>
                <a:latin typeface="Meiryo"/>
                <a:ea typeface="Meiryo"/>
                <a:cs typeface="Meiryo"/>
              </a:rPr>
              <a:t>日本語 / English / 繁體中文 / 한국어</a:t>
            </a:r>
          </a:p>
        </p:txBody>
      </p:sp>
    </p:spTree>
    <p:extLst>
      <p:ext uri="{BB962C8B-B14F-4D97-AF65-F5344CB8AC3E}">
        <p14:creationId xmlns:p14="http://schemas.microsoft.com/office/powerpoint/2010/main" val="12299014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C6FD1E-0C4E-4954-BA12-F4DCDED6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23B500-390D-4AFD-AE03-9739A398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MULTILINGUAL GUIDE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3833DB-E24D-4481-89C2-D51D4F8C0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23825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C75991-F979-4DEE-929C-D11EFA3A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95375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24D"/>
                </a:solidFill>
                <a:latin typeface="Meiryo"/>
                <a:ea typeface="Meiryo"/>
                <a:cs typeface="Meiryo"/>
              </a:defRPr>
            </a:pPr>
            <a:r>
              <a:rPr sz="2850" b="1">
                <a:solidFill>
                  <a:srgbClr val="17324D"/>
                </a:solidFill>
                <a:latin typeface="Meiryo"/>
                <a:ea typeface="Meiryo"/>
                <a:cs typeface="Meiryo"/>
              </a:rPr>
              <a:t>予約番号と本人確認書類を</a:t>
            </a:r>
          </a:p>
          <a:p xmlns:a="http://schemas.openxmlformats.org/drawingml/2006/main">
            <a:pPr>
              <a:defRPr sz="2850" b="1">
                <a:solidFill>
                  <a:srgbClr val="17324D"/>
                </a:solidFill>
                <a:latin typeface="Meiryo"/>
                <a:ea typeface="Meiryo"/>
                <a:cs typeface="Meiryo"/>
              </a:defRPr>
            </a:pPr>
            <a:r>
              <a:rPr sz="2850" b="1">
                <a:solidFill>
                  <a:srgbClr val="17324D"/>
                </a:solidFill>
                <a:latin typeface="Meiryo"/>
                <a:ea typeface="Meiryo"/>
                <a:cs typeface="Meiryo"/>
              </a:rPr>
              <a:t>ご用意ください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36F404-A53D-4DED-88ED-6C3E3963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00300"/>
            <a:ext cx="7429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5"/>
          </a:solidFill>
          <a:ln xmlns:a="http://schemas.openxmlformats.org/drawingml/2006/main" w="0">
            <a:solidFill>
              <a:srgbClr val="177E7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E5863-0801-40D0-920F-FE4A78E5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10096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7E7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7E75"/>
                </a:solidFill>
                <a:latin typeface="Arial"/>
                <a:ea typeface="Arial"/>
                <a:cs typeface="Arial"/>
              </a:rPr>
              <a:t>PLEASE HAVE YOUR RESERVATION NUMBER</a:t>
            </a:r>
          </a:p>
          <a:p xmlns:a="http://schemas.openxmlformats.org/drawingml/2006/main">
            <a:pPr>
              <a:defRPr sz="2025" b="1">
                <a:solidFill>
                  <a:srgbClr val="177E7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7E75"/>
                </a:solidFill>
                <a:latin typeface="Arial"/>
                <a:ea typeface="Arial"/>
                <a:cs typeface="Arial"/>
              </a:rPr>
              <a:t>AND IDENTIFICATION READY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B7B3CA-2363-49E8-A98C-8617DFD3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90950"/>
            <a:ext cx="1009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rPr>
              <a:t>請準備預約編號及</a:t>
            </a:r>
          </a:p>
          <a:p xmlns:a="http://schemas.openxmlformats.org/drawingml/2006/main">
            <a:pPr>
              <a:defRPr sz="2250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rPr>
              <a:t>身分證明文件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0E6C83-713B-47DC-97F6-82E369B1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10125"/>
            <a:ext cx="1009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예약 번호와 신분증을</a:t>
            </a:r>
          </a:p>
          <a:p xmlns:a="http://schemas.openxmlformats.org/drawingml/2006/main">
            <a:pPr>
              <a:defRPr sz="2175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준비해 주세요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3351BB-2EE6-406E-BBFD-A304F62F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436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D6B78"/>
                </a:solidFill>
                <a:latin typeface="Meiryo"/>
                <a:ea typeface="Meiryo"/>
                <a:cs typeface="Meiryo"/>
              </a:defRPr>
            </a:pPr>
            <a:r>
              <a:rPr sz="900">
                <a:solidFill>
                  <a:srgbClr val="5D6B78"/>
                </a:solidFill>
                <a:latin typeface="Meiryo"/>
                <a:ea typeface="Meiryo"/>
                <a:cs typeface="Meiryo"/>
              </a:rPr>
              <a:t>日本語 / English / 繁體中文 / 한국어</a:t>
            </a:r>
          </a:p>
        </p:txBody>
      </p:sp>
    </p:spTree>
    <p:extLst>
      <p:ext uri="{BB962C8B-B14F-4D97-AF65-F5344CB8AC3E}">
        <p14:creationId xmlns:p14="http://schemas.microsoft.com/office/powerpoint/2010/main" val="970515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135AFD-A678-46C0-B4F3-B7EA9714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29670D-F259-40BF-A877-C257A0B8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MULTILINGUAL GUIDE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A1DC38-941F-40D0-8D65-1A5CBA99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23825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FD5189-B1BC-4405-9FDC-4B5842443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95375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24D"/>
                </a:solidFill>
                <a:latin typeface="Meiryo"/>
                <a:ea typeface="Meiryo"/>
                <a:cs typeface="Meiryo"/>
              </a:defRPr>
            </a:pPr>
            <a:r>
              <a:rPr sz="2850" b="1">
                <a:solidFill>
                  <a:srgbClr val="17324D"/>
                </a:solidFill>
                <a:latin typeface="Meiryo"/>
                <a:ea typeface="Meiryo"/>
                <a:cs typeface="Meiryo"/>
              </a:rPr>
              <a:t>順番にお呼びします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39874F-06C2-4CD7-899D-CC0A5C7E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00300"/>
            <a:ext cx="7429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5"/>
          </a:solidFill>
          <a:ln xmlns:a="http://schemas.openxmlformats.org/drawingml/2006/main" w="0">
            <a:solidFill>
              <a:srgbClr val="177E7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0C2740-D689-42BE-850E-60E14BD74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10096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7E7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7E75"/>
                </a:solidFill>
                <a:latin typeface="Arial"/>
                <a:ea typeface="Arial"/>
                <a:cs typeface="Arial"/>
              </a:rPr>
              <a:t>PLEASE WAIT UNTIL WE CALL YOU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A6867B-CF6A-4F53-B119-188FC28F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90950"/>
            <a:ext cx="1009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rPr>
              <a:t>請等候叫號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04810E-0594-4182-96B1-F189D13BF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10125"/>
            <a:ext cx="1009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호명할 때까지 기다려 주세요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042663-E642-4F36-87B3-46D5B300E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436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D6B78"/>
                </a:solidFill>
                <a:latin typeface="Meiryo"/>
                <a:ea typeface="Meiryo"/>
                <a:cs typeface="Meiryo"/>
              </a:defRPr>
            </a:pPr>
            <a:r>
              <a:rPr sz="900">
                <a:solidFill>
                  <a:srgbClr val="5D6B78"/>
                </a:solidFill>
                <a:latin typeface="Meiryo"/>
                <a:ea typeface="Meiryo"/>
                <a:cs typeface="Meiryo"/>
              </a:rPr>
              <a:t>日本語 / English / 繁體中文 / 한국어</a:t>
            </a:r>
          </a:p>
        </p:txBody>
      </p:sp>
    </p:spTree>
    <p:extLst>
      <p:ext uri="{BB962C8B-B14F-4D97-AF65-F5344CB8AC3E}">
        <p14:creationId xmlns:p14="http://schemas.microsoft.com/office/powerpoint/2010/main" val="19015788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476DA0-DE3B-4C03-92FE-7C269484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DC825F-FFB8-406F-B8A8-1AEBA94A7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MULTILINGUAL GUIDE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6D56F1-4735-46F3-B853-F167A923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23825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2C2802-6A7B-4BFA-A77D-DA7FB82E4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95375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24D"/>
                </a:solidFill>
                <a:latin typeface="Meiryo"/>
                <a:ea typeface="Meiryo"/>
                <a:cs typeface="Meiryo"/>
              </a:defRPr>
            </a:pPr>
            <a:r>
              <a:rPr sz="2850" b="1">
                <a:solidFill>
                  <a:srgbClr val="17324D"/>
                </a:solidFill>
                <a:latin typeface="Meiryo"/>
                <a:ea typeface="Meiryo"/>
                <a:cs typeface="Meiryo"/>
              </a:rPr>
              <a:t>お困りのときは</a:t>
            </a:r>
          </a:p>
          <a:p xmlns:a="http://schemas.openxmlformats.org/drawingml/2006/main">
            <a:pPr>
              <a:defRPr sz="2850" b="1">
                <a:solidFill>
                  <a:srgbClr val="17324D"/>
                </a:solidFill>
                <a:latin typeface="Meiryo"/>
                <a:ea typeface="Meiryo"/>
                <a:cs typeface="Meiryo"/>
              </a:defRPr>
            </a:pPr>
            <a:r>
              <a:rPr sz="2850" b="1">
                <a:solidFill>
                  <a:srgbClr val="17324D"/>
                </a:solidFill>
                <a:latin typeface="Meiryo"/>
                <a:ea typeface="Meiryo"/>
                <a:cs typeface="Meiryo"/>
              </a:rPr>
              <a:t>スタッフにお知らせください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3D46C6-8F39-4A27-8F87-BD1D1103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00300"/>
            <a:ext cx="7429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5"/>
          </a:solidFill>
          <a:ln xmlns:a="http://schemas.openxmlformats.org/drawingml/2006/main" w="0">
            <a:solidFill>
              <a:srgbClr val="177E7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A87423-5B80-4416-8721-D5B188D5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10096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7E7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7E75"/>
                </a:solidFill>
                <a:latin typeface="Arial"/>
                <a:ea typeface="Arial"/>
                <a:cs typeface="Arial"/>
              </a:rPr>
              <a:t>PLEASE ASK A STAFF MEMBER</a:t>
            </a:r>
          </a:p>
          <a:p xmlns:a="http://schemas.openxmlformats.org/drawingml/2006/main">
            <a:pPr>
              <a:defRPr sz="2025" b="1">
                <a:solidFill>
                  <a:srgbClr val="177E7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7E75"/>
                </a:solidFill>
                <a:latin typeface="Arial"/>
                <a:ea typeface="Arial"/>
                <a:cs typeface="Arial"/>
              </a:rPr>
              <a:t>IF YOU NEED HELP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BEF528-7A69-4622-8000-14D0A540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90950"/>
            <a:ext cx="1009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rPr>
              <a:t>如需協助</a:t>
            </a:r>
          </a:p>
          <a:p xmlns:a="http://schemas.openxmlformats.org/drawingml/2006/main">
            <a:pPr>
              <a:defRPr sz="2250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rPr>
              <a:t>請告知工作人員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415A82-A4F9-4BA7-9F94-DDC8E0CE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10125"/>
            <a:ext cx="1009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도움이 필요하시면</a:t>
            </a:r>
          </a:p>
          <a:p xmlns:a="http://schemas.openxmlformats.org/drawingml/2006/main">
            <a:pPr>
              <a:defRPr sz="2175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직원에게 말씀해 주세요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27B3A4-2C7B-460D-B92D-519CFBA78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436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D6B78"/>
                </a:solidFill>
                <a:latin typeface="Meiryo"/>
                <a:ea typeface="Meiryo"/>
                <a:cs typeface="Meiryo"/>
              </a:defRPr>
            </a:pPr>
            <a:r>
              <a:rPr sz="900">
                <a:solidFill>
                  <a:srgbClr val="5D6B78"/>
                </a:solidFill>
                <a:latin typeface="Meiryo"/>
                <a:ea typeface="Meiryo"/>
                <a:cs typeface="Meiryo"/>
              </a:rPr>
              <a:t>日本語 / English / 繁體中文 / 한국어</a:t>
            </a:r>
          </a:p>
        </p:txBody>
      </p:sp>
    </p:spTree>
    <p:extLst>
      <p:ext uri="{BB962C8B-B14F-4D97-AF65-F5344CB8AC3E}">
        <p14:creationId xmlns:p14="http://schemas.microsoft.com/office/powerpoint/2010/main" val="20281113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/>
  <lastModifiedBy/>
  <dc:title>Presentation</dc:title>
  <dcterms:created xsi:type="dcterms:W3CDTF">2026-09-10T11:18:39.1430000Z</dcterms:created>
  <dcterms:modified xsi:type="dcterms:W3CDTF">2026-09-10T11:18:39.1430000Z</dcterms:modified>
</coreProperties>
</file>